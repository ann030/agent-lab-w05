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 b="1">
                <a:solidFill>
                  <a:srgbClr val="60A5FA"/>
                </a:solidFill>
              </a:defRPr>
            </a:pPr>
            <a:r>
              <a:t>國立東華大學 · 校園 AI Agent 實作成果報告</a:t>
            </a:r>
          </a:p>
          <a:p>
            <a:pPr>
              <a:spcAft>
                <a:spcPts val="2000"/>
              </a:spcAft>
              <a:defRPr sz="3600" b="1">
                <a:solidFill>
                  <a:srgbClr val="FFFFFF"/>
                </a:solidFill>
              </a:defRPr>
            </a:pPr>
            <a:r>
              <a:t>NDHU Campus Agent Lab (`agent-lab-w05`)</a:t>
            </a:r>
          </a:p>
          <a:p>
            <a:pPr>
              <a:spcAft>
                <a:spcPts val="2800"/>
              </a:spcAft>
              <a:defRPr sz="1500">
                <a:solidFill>
                  <a:srgbClr val="CBD5E1"/>
                </a:solidFill>
              </a:defRPr>
            </a:pPr>
            <a:r>
              <a:t>從日常小事出發：看懂計畫、驗收成果、堅守邊界、退回危險做法</a:t>
            </a:r>
            <a:br/>
            <a:r>
              <a:t>學生儲存庫：https://github.com/ann030/agent-lab-w05</a:t>
            </a:r>
          </a:p>
          <a:p>
            <a:pPr>
              <a:defRPr sz="1300" b="1">
                <a:solidFill>
                  <a:srgbClr val="10B981"/>
                </a:solidFill>
              </a:defRPr>
            </a:pPr>
            <a:r>
              <a:t>執行環境：Antigravity Agent + Git / GitHub | 完成項目：Task A, B, C, D 及實作紀錄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NDHU AGENT LAB · PRACTICE REPO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核心目標：培養 AI 協作的四大關鍵判斷力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24688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201168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</a:defRPr>
            </a:pPr>
            <a:r>
              <a:t>[PLAN]  1. 看懂計畫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在 AI 動作前仔細審查其白話計畫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確認讀取與輸出路徑，不盲目授權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辨認破壞性或越權操作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737360"/>
            <a:ext cx="24688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03320" y="1920240"/>
            <a:ext cx="201168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</a:defRPr>
            </a:pPr>
            <a:r>
              <a:t>[VERIFY]  2. 檢查成果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使用客觀指標（如 Hash 雜湊比對）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逐項執行驗收測試案例，不靠直覺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抽查檔案副本與原檔是否完整一致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24688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920240"/>
            <a:ext cx="201168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</a:defRPr>
            </a:pPr>
            <a:r>
              <a:t>[BOUNDARY]  3. 辨認權限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嚴守最小權限原則與工作區隔離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原始輸入資料一律唯讀，禁止刪改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未經授權絕不連網、上傳或公開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737360"/>
            <a:ext cx="24688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89720" y="1920240"/>
            <a:ext cx="201168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</a:defRPr>
            </a:pPr>
            <a:r>
              <a:t>[REJECT]  4. 退回做法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發現高風險指令時果斷拒絕執行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指出問題核心並給予合規替代方案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保持人為主導、AI 輔助的清晰分工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NDHU AGENT LAB · PRACTICE REPO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Task A｜社團檔案安全整理與盤點 (01-club-files)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475488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</a:defRPr>
            </a:pPr>
            <a:r>
              <a:t>[安全準則]  整理原則與防護機制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面對 12 個檔名雜亂、有多個 final 的社團文件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原檔唯讀原則：input/ 目錄 100% 保持不動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拒絕以檔名斷定：proposal_final 與 proposal_final2 內容完全不同（室外 vs 室內），皆標註未定案，不可自行刪除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全部保留副本，分類至 proposals, meetings, logistics, promotion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920240"/>
            <a:ext cx="475488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</a:defRPr>
            </a:pPr>
            <a:r>
              <a:t>[驗收成果]  雜湊驗收與結構化產出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MD5 雜湊抓出完全相同檔案：announcement 與 equipment 兩組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相同內容亦安全保留副本，交由幹部人工確認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產出 output/manifest.json（12 筆物件對照來源、目的與理由）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產出 output/report.md 完整記錄盤點與待決策問題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Git Commit: `A: organize club files`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NDHU AGENT LAB · PRACTICE REPO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Task B｜課間活動挑選器：單頁應用與 v1 到 v2 迭代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475488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</a:defRPr>
            </a:pPr>
            <a:r>
              <a:t>[v1 基礎功能]  版本 1 (v1) 功能規格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純前端單頁架構：內嵌 12 筆活動資料，雙擊即可離線開啟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多條件嚴格篩選：地點（室內/室外/不限）、可用時間（15/30/60m）、強度（低/中/不限）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無符合條件時清楚顯示提示，絕不擅自偷改條件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歷史紀錄上限 5 筆（最新在前），提供篩選重設與中英雙語切換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標明「教學模擬活動，不是校方公告」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920240"/>
            <a:ext cx="475488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</a:defRPr>
            </a:pPr>
            <a:r>
              <a:t>[v2 體驗升級]  版本 2 (v2) 迭代改進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現況 (v1)：僅能使用滑鼠點擊「幫我選」按鈕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改進需求 (v2)：新增鍵盤快捷鍵（Space 空白鍵 / Enter 快速抽卡）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體驗優化：按鍵微縮動態視覺回饋，多語系快捷鍵提示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防呆設計：焦點在下拉選單時自動略過，不干擾原生選單操作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Git Commits: `B v1: activity picker` ➔ `B v2: add shortcuts`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NDHU AGENT LAB · PRACTICE REPO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Task C｜社團器材記錄清理：數據正規化與異常保留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475488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</a:defRPr>
            </a:pPr>
            <a:r>
              <a:t>[資料清洗]  清洗與正規化規則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文字欄位（item_id, name, status）去除前後贅餘空白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數量欄位 (qty) 不套用去空白規則，嚴格保留原值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狀態值標準化：可借/可出借/available 統一為 available；借出/borrowed 統一為 borrowed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非標準狀態（如『待盤點』）標記為 unknown 並記錄於問題報告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移除整列為空的無效列（列 6），10 筆原始資料正規化為 9 筆有效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920240"/>
            <a:ext cx="475488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</a:defRPr>
            </a:pPr>
            <a:r>
              <a:t>[客觀存證]  異常值保留與品質報告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缺漏數量（qty: ''）與負數（qty: -1）原值保留，不猜測補 0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相同 item_id（EQ01, EQ02）全部保留，不擅自合併刪除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指出衝突：EQ02 登記數量衝突（列 2 為 2，列 5 為 3）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產出 normalized.json 與 issues.md 供實體盤點對照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Git Commit: `C: clean equipment records`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NDHU AGENT LAB · PRACTICE REPO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Task D｜安全防線：審查刻意寫錯的模擬計畫 (bad-plan.txt)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475488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</a:defRPr>
            </a:pPr>
            <a:r>
              <a:t>[問題診斷]  圈出的 5 大高風險違規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1. 越權存取 Downloads ➔ 違反最小權限，應限於指定題目資料夾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2. 擅自刪除重複檔 ➔ 破壞不可逆，應保持唯讀並以報告列出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3. 盲信 final2 為最新版 ➔ 檔名不可靠，不同版本應全數保留比對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4. 缺資料隨意補合理值 ➔ 數據偽造，異常必須原樣保留並呈現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5. 自動公開成果 ➔ 隱私與資料外洩風險，成果應僅存於本地 output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920240"/>
            <a:ext cx="475488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</a:defRPr>
            </a:pPr>
            <a:r>
              <a:t>[退回範本]  退回訊息與合規替代要求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產出正式審查檔案：`practice/04-review/my-rejection.md`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給 Agent 的明確指令範例：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『這份計畫有多項不符規範，請停止並重新修正：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  - 僅限操作指定目錄，嚴禁更動 Downloads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  - 原始檔一律唯讀，禁止刪改，保留全部副本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  - 不以 final 認定定稿，缺漏原樣保留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  - 成果留於本地 output，嚴禁外連公開』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Git Commit: `D: rejection`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NDHU AGENT LAB · PRACTICE REPO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實作歷程總覽與人機協作思維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475488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</a:defRPr>
            </a:pPr>
            <a:r>
              <a:t>[GIT HISTORY]  完整 Git 提交鏈 (Commit Chain)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• 815acee - record: learning record and screenshots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• ba2a1f3 - C: clean equipment records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• 97917bb - D: rejection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• b452c63 - B v2: add Space and Enter shortcuts to pick activity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• 7752faa - B v1: activity picker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• 85941bd - A: organize club files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每個階段皆獨立驗收、確認無誤後才 Commit &amp; Push！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920240"/>
            <a:ext cx="475488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</a:defRPr>
            </a:pPr>
            <a:r>
              <a:t>[KEY TAKEAWAY]  結語：負責任的 AI 協作心態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1. 人是核心決策者：邊界設定、安全審查與業務邏輯決定權在人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2. AI 是高效率副駕駛：擅長大量結構化分類、程式碼生成與比對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3. 凡事皆有憑據：透過 Git Commit 與學習紀錄留存客觀證據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4. 安全與合規第一：拒絕黑盒，堅持看懂計畫才點同意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